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3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7C65"/>
          </a:solidFill>
          <a:ln w="12700">
            <a:solidFill>
              <a:srgbClr val="117C6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INCIDENTA  /  PLATAFORMA DE GESTIÓN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870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870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5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400" kern="0" dirty="0">
                <a:solidFill>
                  <a:srgbClr val="9CE2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INCIDENTA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Gestión clara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cada incidente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7EAE3"/>
                </a:solidFill>
              </a:rPr>
              <a:t>Plataforma web · API REST · PostgreSQL · JWT y roles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77316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AE3"/>
                </a:solidFill>
              </a:rPr>
              <a:t>Memoria técnica y guía de despliegue</a:t>
            </a:r>
            <a:endParaRPr lang="en-US" sz="1300" dirty="0"/>
          </a:p>
        </p:txBody>
      </p:sp>
      <p:pic>
        <p:nvPicPr>
          <p:cNvPr id="6" name="Image 0" descr="C:\Users\junio\Desktop\Desarrollo PS\Sewmana7\incidenta-seguro-v3 (2)\incidenta-seguro\evidencias\integracion\03-lector-listado-solo-lec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463040"/>
            <a:ext cx="406908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382219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7EAE3"/>
                </a:solidFill>
              </a:rPr>
              <a:t>Captura real de la interfaz en recorrido local.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870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plataforma, capas separadas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100584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55F"/>
                </a:solidFill>
              </a:rPr>
              <a:t>Express sirve el cliente y el API en el mismo origen.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117C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5420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7C65"/>
                </a:solidFill>
              </a:rPr>
              <a:t>Navegador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05840" y="2990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55F"/>
                </a:solidFill>
              </a:rPr>
              <a:t>HTML · CSS · JS modular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67912" y="2679192"/>
            <a:ext cx="438912" cy="457200"/>
          </a:xfrm>
          <a:prstGeom prst="chevron">
            <a:avLst/>
          </a:prstGeom>
          <a:solidFill>
            <a:srgbClr val="117C65"/>
          </a:solidFill>
          <a:ln w="12700">
            <a:solidFill>
              <a:srgbClr val="117C6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224028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117C6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5420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7C65"/>
                </a:solidFill>
              </a:rPr>
              <a:t>Servidor Express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2990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55F"/>
                </a:solidFill>
              </a:rPr>
              <a:t>Rutas · validación · JWT · roles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79792" y="2679192"/>
            <a:ext cx="438912" cy="457200"/>
          </a:xfrm>
          <a:prstGeom prst="chevron">
            <a:avLst/>
          </a:prstGeom>
          <a:solidFill>
            <a:srgbClr val="117C65"/>
          </a:solidFill>
          <a:ln w="12700">
            <a:solidFill>
              <a:srgbClr val="117C6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224028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117C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254203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7C65"/>
                </a:solidFill>
              </a:rPr>
              <a:t>PostgreSQL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229600" y="2990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655F"/>
                </a:solidFill>
              </a:rPr>
              <a:t>Incidentes · usuarios · migraciones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4251960"/>
            <a:ext cx="987552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MVC: modelo independiente del DOM; vista y controlador separados.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PostgreSQL parametrizadas y migraciones ejecutadas al iniciar.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Paginación de 50 por defecto; máximo 100 registros por solicitud.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870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Autenticación y permisos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100584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55F"/>
                </a:solidFill>
              </a:rPr>
              <a:t>El servidor aplica autorización en cada petición; no depende de ocultar botones.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1060704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5029200"/>
                <a:gridCol w="3749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Permisos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Límite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Lector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Consultar, filtrar, paginar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crea ni elimina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Analista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Consultar, crear y actualizar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elimina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CRUD completo y usuarios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7221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Responsable de altas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8016" marR="128016" marT="128016" marB="128016">
                    <a:lnL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4251960"/>
            <a:ext cx="1005840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de duración limitada; la API vuelve a consultar usuario y rol vigentes.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Contraseñas con hash scrypt salado; secretos solo en variables del proveedor.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Validación, control de intentos de login y manejo centralizado de errores.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870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de navegador real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100584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55F"/>
                </a:solidFill>
              </a:rPr>
              <a:t>Capturas existentes de Chrome DevTools; corresponden a pruebas locales.</a:t>
            </a:r>
            <a:endParaRPr lang="en-US" sz="1200" dirty="0"/>
          </a:p>
        </p:txBody>
      </p:sp>
      <p:pic>
        <p:nvPicPr>
          <p:cNvPr id="4" name="Image 0" descr="C:\Users\junio\Desktop\Desarrollo PS\Sewmana7\incidenta-seguro-v3 (2)\incidenta-seguro\evidencias\devtools\captura-network-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08760"/>
            <a:ext cx="6949440" cy="39136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51383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55F"/>
                </a:solidFill>
              </a:rPr>
              <a:t>Network: solicitudes de la aplicación y consulta paginada.</a:t>
            </a:r>
            <a:endParaRPr lang="en-US" sz="1100" dirty="0"/>
          </a:p>
        </p:txBody>
      </p:sp>
      <p:pic>
        <p:nvPicPr>
          <p:cNvPr id="6" name="Image 1" descr="C:\Users\junio\Desktop\Desarrollo PS\Sewmana7\incidenta-seguro-v3 (2)\incidenta-seguro\evidencias\devtools\captura-elements-r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508760"/>
            <a:ext cx="3657600" cy="2029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6992" y="3584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55F"/>
                </a:solidFill>
              </a:rPr>
              <a:t>Elements: nodo de fecha del encabezado.</a:t>
            </a:r>
            <a:endParaRPr lang="en-US" sz="1100" dirty="0"/>
          </a:p>
        </p:txBody>
      </p:sp>
      <p:pic>
        <p:nvPicPr>
          <p:cNvPr id="8" name="Image 2" descr="C:\Users\junio\Desktop\Desarrollo PS\Sewmana7\incidenta-seguro-v3 (2)\incidenta-seguro\evidencias\devtools\captura-performance-r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069080"/>
            <a:ext cx="3657600" cy="20299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36992" y="6144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655F"/>
                </a:solidFill>
              </a:rPr>
              <a:t>Performance: interacción de búsqueda.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870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Pruebas, health check y despliegue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100584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55F"/>
                </a:solidFill>
              </a:rPr>
              <a:t>CI configura pruebas y lint en cada cambio de main.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737360"/>
            <a:ext cx="1024128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 pruebas Jest con PGlite + 29 integraciones HTTP/seguridad aprobadas.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ESLint 9: cero errores/advertencias en 48 archivos.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/healthz valida SELECT 1 y está declarado como health check del servicio.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Actions: Node 22, npm ci, npm test y npm run lint.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 Free + Neon Free: sin costo base, pero con suspensión/cuotas y sin SLA.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5074920"/>
            <a:ext cx="10561320" cy="77724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E8D9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27608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5A1E"/>
                </a:solidFill>
              </a:rPr>
              <a:t>URL pública pendiente de crear y verificar en las cuentas del propietario. No se afirma un despliegue terminado.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870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21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de la aplicación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100584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55F"/>
                </a:solidFill>
              </a:rPr>
              <a:t>El flujo empieza con una cuenta del rol asignado.</a:t>
            </a:r>
            <a:endParaRPr lang="en-US" sz="1200" dirty="0"/>
          </a:p>
        </p:txBody>
      </p:sp>
      <p:pic>
        <p:nvPicPr>
          <p:cNvPr id="4" name="Image 0" descr="C:\Users\junio\Desktop\Desarrollo PS\Sewmana7\incidenta-seguro-v3 (2)\incidenta-seguro\evidencias\integracion\06-analista-crear-ok-2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6035040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86600" y="1874520"/>
            <a:ext cx="4251960" cy="3017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y combina búsqueda, estado y prioridad.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incidentes con campos validados y seguimiento de estado.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Analista actualiza; admin elimina solo tras verificar el registro.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72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la guía de usuario para mensajes 401/403 y reactivación del host.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8706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Incidenta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Incidenta — Gestión de incidentes</dc:title>
  <dc:subject>Memoria técnica y despliegue</dc:subject>
  <dc:creator>Plataforma Incidenta</dc:creator>
  <cp:lastModifiedBy>Plataforma Incidenta</cp:lastModifiedBy>
  <cp:revision>1</cp:revision>
  <dcterms:created xsi:type="dcterms:W3CDTF">2026-10-21T04:20:10Z</dcterms:created>
  <dcterms:modified xsi:type="dcterms:W3CDTF">2026-10-21T04:20:10Z</dcterms:modified>
</cp:coreProperties>
</file>